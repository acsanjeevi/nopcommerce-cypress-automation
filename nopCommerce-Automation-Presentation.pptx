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nopCommerce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Automation Suite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2487168"/>
            <a:ext cx="45720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517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 Automation for E-Commerce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0F346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3375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38221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329184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0F346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33375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83280" y="38221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329184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0F346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33375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217920" y="38221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52560" y="329184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0F346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0" y="33375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v1.0.1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052560" y="38221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5720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15  ·  TypeScript  ·  Docker  ·  PostgreSQL 15  ·  Chrome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035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Sanjeevi — QA Automation Engineer  | 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in this presentation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nopCommerce Automation Suite  |  Cypress 15 + TypeScript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438912" cy="347472"/>
          </a:xfrm>
          <a:prstGeom prst="roundRect">
            <a:avLst>
              <a:gd name="adj" fmla="val 15789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34440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32104" y="1234440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32104" y="1417320"/>
            <a:ext cx="512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overview for everyone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1993392"/>
            <a:ext cx="438912" cy="347472"/>
          </a:xfrm>
          <a:prstGeom prst="roundRect">
            <a:avLst>
              <a:gd name="adj" fmla="val 15789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993392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2104" y="1993392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Under Test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32104" y="2176272"/>
            <a:ext cx="512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nopCommerce 4.70.5 — what it does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2752344"/>
            <a:ext cx="438912" cy="347472"/>
          </a:xfrm>
          <a:prstGeom prst="roundRect">
            <a:avLst>
              <a:gd name="adj" fmla="val 15789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752344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32104" y="275234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Started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2104" y="2935224"/>
            <a:ext cx="512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blueprint to 100% pass rate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3511296"/>
            <a:ext cx="438912" cy="347472"/>
          </a:xfrm>
          <a:prstGeom prst="roundRect">
            <a:avLst>
              <a:gd name="adj" fmla="val 15789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511296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32104" y="3511296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2104" y="3694176"/>
            <a:ext cx="512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versions, and why we chose them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4270248"/>
            <a:ext cx="438912" cy="347472"/>
          </a:xfrm>
          <a:prstGeom prst="roundRect">
            <a:avLst>
              <a:gd name="adj" fmla="val 15789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270248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2104" y="427024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Architecture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2104" y="4453128"/>
            <a:ext cx="512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all layers connect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5029200"/>
            <a:ext cx="438912" cy="347472"/>
          </a:xfrm>
          <a:prstGeom prst="roundRect">
            <a:avLst>
              <a:gd name="adj" fmla="val 15789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5029200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32104" y="5029200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Types &amp; Purpose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2104" y="5212080"/>
            <a:ext cx="512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vs Customer — what each role tests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5788152"/>
            <a:ext cx="438912" cy="347472"/>
          </a:xfrm>
          <a:prstGeom prst="roundRect">
            <a:avLst>
              <a:gd name="adj" fmla="val 15789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5788152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2104" y="5788152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2104" y="5971032"/>
            <a:ext cx="512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layout and file responsibilities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63640" y="1234440"/>
            <a:ext cx="438912" cy="347472"/>
          </a:xfrm>
          <a:prstGeom prst="roundRect">
            <a:avLst>
              <a:gd name="adj" fmla="val 15789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1234440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75704" y="1234440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Modules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75704" y="1417320"/>
            <a:ext cx="512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view of every test area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263640" y="1993392"/>
            <a:ext cx="438912" cy="347472"/>
          </a:xfrm>
          <a:prstGeom prst="roundRect">
            <a:avLst>
              <a:gd name="adj" fmla="val 15789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1993392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775704" y="1993392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Purchase Journey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775704" y="2176272"/>
            <a:ext cx="512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8-step full buy flow — deep dive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263640" y="2752344"/>
            <a:ext cx="438912" cy="347472"/>
          </a:xfrm>
          <a:prstGeom prst="roundRect">
            <a:avLst>
              <a:gd name="adj" fmla="val 15789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63640" y="2752344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775704" y="275234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Two-Command Workflow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775704" y="2935224"/>
            <a:ext cx="512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everything with two commands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263640" y="3511296"/>
            <a:ext cx="438912" cy="347472"/>
          </a:xfrm>
          <a:prstGeom prst="roundRect">
            <a:avLst>
              <a:gd name="adj" fmla="val 15789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63640" y="3511296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775704" y="3511296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775704" y="3694176"/>
            <a:ext cx="512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fixes that got us to 100%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263640" y="4270248"/>
            <a:ext cx="438912" cy="347472"/>
          </a:xfrm>
          <a:prstGeom prst="roundRect">
            <a:avLst>
              <a:gd name="adj" fmla="val 15789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63640" y="4270248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775704" y="427024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&amp; Versioning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775704" y="4453128"/>
            <a:ext cx="512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/ develop / tags — how releases work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263640" y="5029200"/>
            <a:ext cx="438912" cy="347472"/>
          </a:xfrm>
          <a:prstGeom prst="roundRect">
            <a:avLst>
              <a:gd name="adj" fmla="val 15789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63640" y="5029200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775704" y="5029200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775704" y="5212080"/>
            <a:ext cx="512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take this next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plain-English explanation — no technical background needed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nopCommerce Automation Suite  |  Cypress 15 + TypeScript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11521440" cy="109728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61872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Think of it as a robot that shops on your website and manages the store — 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581912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then reports back whether every step worked correctly, in minutes, every single time.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468880"/>
            <a:ext cx="548640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25603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Automated Shopping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" y="2852928"/>
            <a:ext cx="5166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suite places real orders on the website, verifies products are in the cart, fills in addresses, and confirms the order is complete — exactly as a customer would.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63640" y="2468880"/>
            <a:ext cx="548640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25603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Store Management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2852928"/>
            <a:ext cx="5166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logs into the admin panel and verifies categories, products, customers, and orders are all visible and correct — as a store manager would check.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4005072"/>
            <a:ext cx="548640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409651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Runs Every Time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" y="4389120"/>
            <a:ext cx="5166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 person spending hours checking the site before each release, these 60 tests run automatically in about 8 minutes and produce a shareable report.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63640" y="4005072"/>
            <a:ext cx="548640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409651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Clear Report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28232" y="4389120"/>
            <a:ext cx="5166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is a self-contained HTML file — open it in any browser, see what passed, what failed, and how long each step took. No tools needed to read it.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Under Test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nopCommerce 4.70.5 — Open-source E-Commerce Platform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nopCommerce Automation Suite  |  Cypress 15 + TypeScript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nopCommerce?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5394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nopCommerce is a free, open-source e-commerce platform used worldwide for building online shops.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two main areas that the automation tests cover: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🛒  Customer Storefront  — the public-facing shopping website where customers browse, add to cart, and place orders.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⚙️   Admin Panel  — the back-office where store managers manage products, categories, customers, and orders.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project, nopCommerce runs inside Docker on your local machine at: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http://localhost:8080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0" y="1188720"/>
            <a:ext cx="5577840" cy="2011680"/>
          </a:xfrm>
          <a:prstGeom prst="roundRect">
            <a:avLst>
              <a:gd name="adj" fmla="val 545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28016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Storefront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162763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Browse &amp; search products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629400" y="1883664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Add to cart, update quantity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29400" y="2139696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Enter billing + shipping address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629400" y="2395728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Select payment method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629400" y="2651760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Confirm &amp; place order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629400" y="290779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View order confirmation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0" y="3474720"/>
            <a:ext cx="5577840" cy="2011680"/>
          </a:xfrm>
          <a:prstGeom prst="roundRect">
            <a:avLst>
              <a:gd name="adj" fmla="val 5455"/>
            </a:avLst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356616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29400" y="391363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Log in as admin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629400" y="4169664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Manage categories &amp; products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629400" y="4425696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Manage customer accounts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629400" y="4681728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View &amp; update order status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629400" y="4937760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Search and filter records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629400" y="519379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Validate grid data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5669280"/>
            <a:ext cx="5303520" cy="640080"/>
          </a:xfrm>
          <a:prstGeom prst="roundRect">
            <a:avLst>
              <a:gd name="adj" fmla="val 14286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566928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on: Docker Desktop  ·  PostgreSQL 15  ·  nopCommerce 4.70.5  ·  Port 8080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Started — The Journey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blueprint to 100% pass rate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nopCommerce Automation Suite  |  Cypress 15 + TypeScript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5486400" cy="1627632"/>
          </a:xfrm>
          <a:prstGeom prst="roundRect">
            <a:avLst>
              <a:gd name="adj" fmla="val 56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316736"/>
            <a:ext cx="475488" cy="347472"/>
          </a:xfrm>
          <a:prstGeom prst="roundRect">
            <a:avLst>
              <a:gd name="adj" fmla="val 1578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316736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316736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Defined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52120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automation-blueprint.md — the single source of truth covering test plan, credentials, module breakdown, folder structure, and all coding rules.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63640" y="1207008"/>
            <a:ext cx="5486400" cy="1627632"/>
          </a:xfrm>
          <a:prstGeom prst="roundRect">
            <a:avLst>
              <a:gd name="adj" fmla="val 56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73368" y="1316736"/>
            <a:ext cx="475488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3368" y="1316736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49440" y="1316736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Built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1737360"/>
            <a:ext cx="52120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Cypress 15 + TypeScript, Docker with nopCommerce 4.70.5, all 12 spec files, 5 business-function command files, fixture JSONs, and support layer.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990088"/>
            <a:ext cx="5486400" cy="1627632"/>
          </a:xfrm>
          <a:prstGeom prst="roundRect">
            <a:avLst>
              <a:gd name="adj" fmla="val 56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" y="3099816"/>
            <a:ext cx="475488" cy="347472"/>
          </a:xfrm>
          <a:prstGeom prst="roundRect">
            <a:avLst>
              <a:gd name="adj" fmla="val 1578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3099816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099816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88.3% — First Run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520440"/>
            <a:ext cx="52120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53/60 tests passed. Failing: Storefront Cart (0/3) and E2E Journey (4/8). Root cause: billing button selector — nopCommerce uses a permanently hidden #save-billing-address-button.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63640" y="2990088"/>
            <a:ext cx="5486400" cy="1627632"/>
          </a:xfrm>
          <a:prstGeom prst="roundRect">
            <a:avLst>
              <a:gd name="adj" fmla="val 56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73368" y="3099816"/>
            <a:ext cx="475488" cy="347472"/>
          </a:xfrm>
          <a:prstGeom prst="roundRect">
            <a:avLst>
              <a:gd name="adj" fmla="val 1578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73368" y="3099816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49440" y="3099816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96.7% — Second Run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3520440"/>
            <a:ext cx="52120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fix applied. 58/60 passing. Remaining: Test 07 (confirmOrderItems selector had non-existent .table-wrap) and Test 08 (cancel modal hidden button conflict).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4773168"/>
            <a:ext cx="5486400" cy="1627632"/>
          </a:xfrm>
          <a:prstGeom prst="roundRect">
            <a:avLst>
              <a:gd name="adj" fmla="val 56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9768" y="4882896"/>
            <a:ext cx="475488" cy="347472"/>
          </a:xfrm>
          <a:prstGeom prst="roundRect">
            <a:avLst>
              <a:gd name="adj" fmla="val 15789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" y="4882896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05840" y="4882896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— Final Run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5303520"/>
            <a:ext cx="52120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selector and modal fixes applied. 60/60 tests passing. waitForSpinnerToDisappear upgraded to cy.waitUntil polling. Two-command workflow documented.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63640" y="4773168"/>
            <a:ext cx="5486400" cy="1627632"/>
          </a:xfrm>
          <a:prstGeom prst="roundRect">
            <a:avLst>
              <a:gd name="adj" fmla="val 56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73368" y="4882896"/>
            <a:ext cx="475488" cy="347472"/>
          </a:xfrm>
          <a:prstGeom prst="roundRect">
            <a:avLst>
              <a:gd name="adj" fmla="val 15789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73368" y="4882896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49440" y="4882896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v1.0.1 Released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0" y="5303520"/>
            <a:ext cx="52120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README, CHANGELOG added. Code pushed to GitHub private repo (acsanjeevi/nopcommerce-cypress-automation). Branching strategy: main (stable) + develop (active work).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used, its version, and why it was chosen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nopCommerce Automation Suite  |  Cypress 15 + TypeScript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70432"/>
          <a:ext cx="1154887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280160"/>
                <a:gridCol w="81655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Cypress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runner — controls a real Chrome browser, intercepts network, takes screenshots on failure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TypeScript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Type-safe test code — catches selector typos and missing parameters at compile 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for all scripts — setup-docker, run-all-modules, report generator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Desktop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nopCommerce + PostgreSQL locally in isolated containers with one command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for nopCommerce — stores all product, order, and customer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nopCommerce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4.70.5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under test — open-source e-commerce platform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Cypress Mochawesome Reporter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Generates per-spec JSON + HTML reports with embedded screenshots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cypress-wait-until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cy.waitUntil() — used in waitForSpinnerToDisappear polling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@cypress/grep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Tag-based test filtering — run only { tags: "prod" } smoke tests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dotenv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Loads secured.env into process.env — keeps credentials out of source code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pptxgenjs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Generates this PowerPoint presentation from a Node.js script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all layers connect — from test spec to browser action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nopCommerce Automation Suite  |  Cypress 15 + TypeScript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128016" cy="16276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056" y="1170432"/>
            <a:ext cx="5358384" cy="16276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2618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Spec  (.cy.ts)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" y="153619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cypress/e2e/&lt;module&gt;/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76072" y="1764792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WHAT to test in business language. Calls cy.* commands. Imports fixture JSON for data and selectors.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63640" y="1170432"/>
            <a:ext cx="128016" cy="16276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91656" y="1170432"/>
            <a:ext cx="5358384" cy="16276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12618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Function Commands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19672" y="153619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cypress/business-function/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19672" y="1764792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cy.* commands (e.g. cy.proceedToCheckout, cy.loginAsAdmin). One file per module. Calls CommonPage helpers.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980944"/>
            <a:ext cx="128016" cy="16276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056" y="2980944"/>
            <a:ext cx="5358384" cy="16276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307238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Commands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6072" y="334670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cypress/support/commands.ts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76072" y="3575304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Cross-module commands: waitForSpinnerToDisappear, deleteRecords, validateHeaders, searchAndValidateInTable.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63640" y="2980944"/>
            <a:ext cx="128016" cy="16276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91656" y="2980944"/>
            <a:ext cx="5358384" cy="16276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9672" y="307238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Objects / Helpers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19672" y="334670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cypress/page-objects/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519672" y="3575304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CommonPage static methods: enterText, clickOnButton, selectDropdownOption, checkOrClickCheckbox. Only layer that uses raw cy.get().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4791456"/>
            <a:ext cx="128016" cy="16276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8056" y="4791456"/>
            <a:ext cx="5358384" cy="16276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488289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 JSON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76072" y="515721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cypress/fixtures/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76072" y="5385816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selectors and test data stored as JSON — completely separate from code. Selectors file + test-data file per module.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63640" y="4791456"/>
            <a:ext cx="128016" cy="1627632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91656" y="4791456"/>
            <a:ext cx="5358384" cy="16276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19672" y="488289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Config + Secrets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19672" y="515721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cypress.config.ts + secured.env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519672" y="5385816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Timeouts, retries, reporter config. Credentials loaded from gitignored secured.env via dotenv.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Types &amp; Purpose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roles — each tested for a different part of the application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nopCommerce Automation Suite  |  Cypress 15 + TypeScript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5486400" cy="5166360"/>
          </a:xfrm>
          <a:prstGeom prst="roundRect">
            <a:avLst>
              <a:gd name="adj" fmla="val 2478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6187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Login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162763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 cy.loginAsCustomer()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1920240"/>
            <a:ext cx="5120640" cy="91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116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216152" y="201168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acsanjeevi@gmail.com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230428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216152" y="230428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storefront user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2651760"/>
            <a:ext cx="51206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69748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role tests: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297180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Visit and browse the product catalogue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34107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Add products to cart with selected attributes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384962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Fill billing address, select shipping &amp; payment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428853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Place an order and confirm the success page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472744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Verify cart contents and order totals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516636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Used in: cart-creation, cart-overview, order-journey specs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63640" y="1143000"/>
            <a:ext cx="5486400" cy="5166360"/>
          </a:xfrm>
          <a:prstGeom prst="roundRect">
            <a:avLst>
              <a:gd name="adj" fmla="val 2478"/>
            </a:avLst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126187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46520" y="162763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 cy.loginAsAdmin()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46520" y="1920240"/>
            <a:ext cx="5120640" cy="914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20116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159752" y="201168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admin@yourstore.com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92240" y="230428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159752" y="230428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administrator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46520" y="2651760"/>
            <a:ext cx="51206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269748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role tests: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92240" y="297180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Create and edit Categories, Products, Customers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92240" y="34107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View the Orders grid and search by email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92240" y="384962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Open order detail pages and update order status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92240" y="428853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Verify cancel-order flow and status changes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92240" y="472744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Validate admin grid headers, search, and pagination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492240" y="516636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Used in: all admin overview specs + order-journey admin flow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folder has a single clear responsibility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nopCommerce Automation Suite  |  Cypress 15 + TypeScript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11548872" cy="5212080"/>
          </a:xfrm>
          <a:prstGeom prst="roundRect">
            <a:avLst>
              <a:gd name="adj" fmla="val 1754"/>
            </a:avLst>
          </a:prstGeom>
          <a:solidFill>
            <a:srgbClr val="0D111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6187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nopcommerce-cypress-automation/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cypress/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32120" y="1554480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All test code lives here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184708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e2e/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32120" y="1847088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12 spec files (one folder per module)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213969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business-function/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532120" y="2139696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5 domain command files (cart, categories, products, users, orders)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2432304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fixtures/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32120" y="2432304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CSS selectors + test data as JSON (one subfolder per module)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272491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support/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532120" y="2724912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commands.ts, authentication.ts, constants.ts, index.d.ts, e2e.ts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301752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page-objects/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532120" y="3017520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CommonPage helpers + password encryption utilities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2920" y="331012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nopcommerce-docker/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532120" y="3310128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Docker Compose + PostgreSQL init SQL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360273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setup-docker.mjs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32120" y="3602736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COMMAND 1 — starts Docker Desktop, containers, waits for app health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" y="3895344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run-all-modules.mjs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532120" y="3895344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COMMAND 2 — runs all 60 tests, prints summary, generates HTML report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2920" y="418795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generate-html-report.mjs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32120" y="4187952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Builds the self-contained timestamped HTML report from JSON data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" y="448056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generate-presentation.mjs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32120" y="4480560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Generates this PowerPoint from Node.js (pptxgenjs)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920" y="477316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cypress.config.ts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32120" y="4773168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Retries, timeouts, reporter config, Chrome flags, after:run hook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02920" y="506577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secured.env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32120" y="5065776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🔒 GITIGNORED — credentials, URLs, encryption key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2920" y="5358384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.env.example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32120" y="5358384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Safe template for onboarding — copy to secured.env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02920" y="565099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CHANGELOG.md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32120" y="5650992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Version history for all releases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02920" y="594360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README.md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32120" y="5943600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Full project documentation (technical + non-technical)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Test Modules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purpose of every automated test area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nopCommerce Automation Suite  |  Cypress 15 + TypeScript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70432"/>
          <a:ext cx="11548872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926080"/>
                <a:gridCol w="594360"/>
                <a:gridCol w="752551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Module Name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Business Purpose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Setup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Verifies site loads correctly and admin login works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Management – Setup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Electronics, Clothing, Home Appliances categories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Management – Setup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Wireless Headphones, Smart Watch, Bluetooth Speaker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Management – Setup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customer accounts: Alice Johnson, Bob Williams, Carol Smith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Storefront – Cart &amp; Checkout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Places 3 real orders end-to-end through the storefront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Admin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list, search, add, edit, validate rules in admin panel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Admin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list, search, add, edit price, validate required fields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Admin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list, search, add, edit, validate duplicate email rule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Admin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order list, search by email, open detail, verify columns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Storefront Validation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 products, add/remove from cart, proceed to checkout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Purchase Journey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8-step buy flow: browse → cart → billing → shipping → payment → confirm → admin verify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Cleanup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Deletes all test-created customers, categories, and products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20040" y="6108192"/>
            <a:ext cx="11548872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10819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 →  60 tests across 12 modules  |  100% pass rate  |  ~8 minutes total run time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Purchase Journey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— 8 tests covering the complete buy flow (customer + admin)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nopCommerce Automation Suite  |  Cypress 15 + TypeScript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5486400" cy="1261872"/>
          </a:xfrm>
          <a:prstGeom prst="roundRect">
            <a:avLst>
              <a:gd name="adj" fmla="val 7246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61872"/>
            <a:ext cx="411480" cy="292608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61872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05256" y="126187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[Customer]  Browse Products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1627632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Electronics category, verify product listing, click first item, confirm detail page loads with name and price.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63640" y="1170432"/>
            <a:ext cx="5486400" cy="1261872"/>
          </a:xfrm>
          <a:prstGeom prst="roundRect">
            <a:avLst>
              <a:gd name="adj" fmla="val 7246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1261872"/>
            <a:ext cx="411480" cy="292608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261872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48856" y="126187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[Customer]  Add to Cart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0" y="1627632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product attributes (size, colour), set quantity = 2, click Add to Cart, verify notification bar confirms addition.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560320"/>
            <a:ext cx="5486400" cy="1261872"/>
          </a:xfrm>
          <a:prstGeom prst="roundRect">
            <a:avLst>
              <a:gd name="adj" fmla="val 7246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651760"/>
            <a:ext cx="411480" cy="292608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651760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05256" y="265176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[Customer]  Verify Cart Contents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3017520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cart page, verify item row exists, confirm quantity input shows 2, check subtotal is visible.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63640" y="2560320"/>
            <a:ext cx="5486400" cy="1261872"/>
          </a:xfrm>
          <a:prstGeom prst="roundRect">
            <a:avLst>
              <a:gd name="adj" fmla="val 7246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2651760"/>
            <a:ext cx="411480" cy="292608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2651760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48856" y="265176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[Customer]  Complete Billing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0" y="3017520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terms → auto-redirect to /onepagecheckout. Fill first name, last name, email, country, state, city, address, zip, phone. Click visible Continue button.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3950208"/>
            <a:ext cx="5486400" cy="1261872"/>
          </a:xfrm>
          <a:prstGeom prst="roundRect">
            <a:avLst>
              <a:gd name="adj" fmla="val 7246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4041648"/>
            <a:ext cx="411480" cy="292608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041648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05256" y="404164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[Customer]  Select Shipping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4407408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section expands. Click Continue on shipping address. Shipping methods appear — select first radio option, click Continue.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63640" y="3950208"/>
            <a:ext cx="5486400" cy="1261872"/>
          </a:xfrm>
          <a:prstGeom prst="roundRect">
            <a:avLst>
              <a:gd name="adj" fmla="val 7246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55080" y="4041648"/>
            <a:ext cx="411480" cy="292608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4041648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48856" y="404164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[Customer]  Select Payment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00800" y="4407408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Check/Money Order payment method, continue. Payment info section appears, click Continue.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" y="5340096"/>
            <a:ext cx="5486400" cy="1261872"/>
          </a:xfrm>
          <a:prstGeom prst="roundRect">
            <a:avLst>
              <a:gd name="adj" fmla="val 7246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" y="5431536"/>
            <a:ext cx="411480" cy="292608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5431536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05256" y="543153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[Customer]  Confirm &amp; Place Order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5797296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summary table visible. Click Confirm button. Page redirects to /checkout/completed. Order number captured and verified.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263640" y="5340096"/>
            <a:ext cx="5486400" cy="1261872"/>
          </a:xfrm>
          <a:prstGeom prst="roundRect">
            <a:avLst>
              <a:gd name="adj" fmla="val 7246"/>
            </a:avLst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55080" y="5431536"/>
            <a:ext cx="411480" cy="292608"/>
          </a:xfrm>
          <a:prstGeom prst="roundRect">
            <a:avLst>
              <a:gd name="adj" fmla="val 1875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5431536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48856" y="543153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[Admin]  Admin Verifies Order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400800" y="5797296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logs in, searches order list. Opens latest order. Clicks Cancel Order → modal confirmation → submits. Verifies success alert and Cancelled status.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Two-Command Workflow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a cold start to a shareable report — two commands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nopCommerce Automation Suite  |  Cypress 15 + TypeScript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5394960" cy="5074920"/>
          </a:xfrm>
          <a:prstGeom prst="roundRect">
            <a:avLst>
              <a:gd name="adj" fmla="val 2523"/>
            </a:avLst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6187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 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536192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setup-docker.mjs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956816"/>
            <a:ext cx="4937760" cy="182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574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44752" y="20574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if Docker daemon is running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6791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44752" y="267919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Docker Desktop automatically if stopped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30098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44752" y="3300984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until Docker daemon responds (up to 3 min)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92277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44752" y="3922776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Runs: docker compose up -d (PostgreSQL + nopCommerce)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45445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44752" y="454456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http://localhost:8080 every 10 seconds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51663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44752" y="51663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✅ "Environment is ready" when app responds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779008" y="3108960"/>
            <a:ext cx="621792" cy="548640"/>
          </a:xfrm>
          <a:prstGeom prst="rightArrow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73952" y="1170432"/>
            <a:ext cx="5394960" cy="5074920"/>
          </a:xfrm>
          <a:prstGeom prst="roundRect">
            <a:avLst>
              <a:gd name="adj" fmla="val 2523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126187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 2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537960" y="1536192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run-all-modules.mjs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29400" y="1956816"/>
            <a:ext cx="4937760" cy="182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20574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71232" y="20574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 old report files from cypress/reports/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629400" y="26791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71232" y="267919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Cypress with Chrome browser (headed)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629400" y="330098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71232" y="3300984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all 12 spec files in defined order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629400" y="392277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571232" y="3922776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live module-by-module pass/fail to console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629400" y="45445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571232" y="454456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timestamped HTML report automatically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629400" y="51663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571232" y="51663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final summary: 60/60 (100%) + report path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 &amp; Solutions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discovered about nopCommerce 4.70.5 — and how we fixed 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nopCommerce Automation Suite  |  Cypress 15 + TypeScript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5486400" cy="1719072"/>
          </a:xfrm>
          <a:prstGeom prst="roundRect">
            <a:avLst>
              <a:gd name="adj" fmla="val 5319"/>
            </a:avLst>
          </a:prstGeom>
          <a:solidFill>
            <a:srgbClr val="FFF1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43584"/>
            <a:ext cx="347472" cy="27432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43584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32104" y="124358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button permanently hidden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8056" y="1591056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06424" y="1572768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#save-billing-address-button has display:none in nopCommerce 4.70.5. Using invoke("show") triggers server error "Address can't be loaded".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48056" y="206654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41832" y="2048256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click #billing-buttons-container .button-1 (the visible Continue button) regardless of whether a new address form is shown.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63640" y="1170432"/>
            <a:ext cx="5486400" cy="1719072"/>
          </a:xfrm>
          <a:prstGeom prst="roundRect">
            <a:avLst>
              <a:gd name="adj" fmla="val 5319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1243584"/>
            <a:ext cx="347472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243584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75704" y="124358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order modal hidden button conflict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91656" y="1591056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050024" y="1572768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button[name="cancelorder"] matched both the trigger button AND the hidden Bootstrap modal "Yes" button. Clicking the hidden one fails with "element is not visible".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91656" y="206654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885432" y="2048256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.filter(":visible").first() on the trigger. Then explicitly wait for #cancelorder-action-confirmation to be visible and click #cancelorder-action-confirmation-submit-button.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3044952"/>
            <a:ext cx="5486400" cy="1719072"/>
          </a:xfrm>
          <a:prstGeom prst="roundRect">
            <a:avLst>
              <a:gd name="adj" fmla="val 5319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3118104"/>
            <a:ext cx="347472" cy="27432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118104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32104" y="311810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order items selector wrong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48056" y="3465576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06424" y="3447288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#checkout-step-confirm-order .cart.table-wrap tbody tr — the .table-wrap class does not exist in nopCommerce 4.70.5 one-page checkout. Timed out every run.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48056" y="394106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41832" y="3922776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to #checkout-step-confirm-order table tbody tr — works with the actual HTML structure.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263640" y="3044952"/>
            <a:ext cx="5486400" cy="1719072"/>
          </a:xfrm>
          <a:prstGeom prst="roundRect">
            <a:avLst>
              <a:gd name="adj" fmla="val 5319"/>
            </a:avLst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55080" y="3118104"/>
            <a:ext cx="347472" cy="274320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3118104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75704" y="311810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create — no success toast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91656" y="3465576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050024" y="3447288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nopCommerce 4.70.5 does NOT show .alert-success after creating a customer. Waiting for the toast caused a timeout on every customer creation test.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391656" y="394106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885432" y="3922776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URL redirect to /Customer/Edit/ instead — if the URL changes, the create was successful.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0040" y="4919472"/>
            <a:ext cx="5486400" cy="1719072"/>
          </a:xfrm>
          <a:prstGeom prst="roundRect">
            <a:avLst>
              <a:gd name="adj" fmla="val 5319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1480" y="4992624"/>
            <a:ext cx="347472" cy="27432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992624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32104" y="499262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DataTables — hidden "no data" rows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48056" y="5340096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106424" y="5321808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DataTables renders hidden placeholder rows even when data is present. Using .first() without filtering returned the hidden empty row instead of the first real data row.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48056" y="581558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941832" y="5797296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chain .filter(":visible").not(".dataTables_empty") before .first() on any DataTables grid row.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263640" y="4919472"/>
            <a:ext cx="5486400" cy="1719072"/>
          </a:xfrm>
          <a:prstGeom prst="roundRect">
            <a:avLst>
              <a:gd name="adj" fmla="val 5319"/>
            </a:avLst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55080" y="4992624"/>
            <a:ext cx="347472" cy="27432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55080" y="4992624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775704" y="499262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Late-appearing spinner missed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391656" y="5340096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050024" y="5321808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waitForSpinnerToDisappear used a single cy.get("body").then() snapshot. If .blockUI appeared 50ms after the snapshot, the check was missed — causing the next action to run on a loading page.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391656" y="581558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885432" y="5797296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with cy.waitUntil() polling every 250ms until both .blockUI and .dataTables_processing:visible are gone.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&amp; Versioning Strategy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code is developed, released, and tagged on GitHub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nopCommerce Automation Suite  |  Cypress 15 + TypeScript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5394960" cy="1627632"/>
          </a:xfrm>
          <a:prstGeom prst="roundRect">
            <a:avLst>
              <a:gd name="adj" fmla="val 6742"/>
            </a:avLst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6187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1682496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released code only.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with a version number on every release.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clone a specific version with: git checkout v1.0.0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46520" y="1170432"/>
            <a:ext cx="5394960" cy="1627632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126187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29400" y="1682496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development branch.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new test code, fixes, and features go here first.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into main when fully stable and reviewed.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42432" y="1664208"/>
            <a:ext cx="640080" cy="502920"/>
          </a:xfrm>
          <a:prstGeom prst="rightArrow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3560" y="2176272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when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944368"/>
          <a:ext cx="115488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1463040"/>
                <a:gridCol w="75255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Version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Summary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v1.0.0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Release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2026-05-30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60/60 tests, 12 modules, two-command workflow, HTML report, Docker setup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v1.0.1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2026-05-30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waitForSpinnerToDisappear polling, timestamped report, README, CHANGELOG, .env.example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320040" y="400507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Numbering:  MAJOR . MINOR . PATCH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0040" y="4370832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" y="43708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298448" y="43708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change or full rewrite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069080" y="4370832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069080" y="43708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047488" y="43708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test module or feature added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818120" y="4370832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818120" y="43708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796528" y="43708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fix, selector fix, timing improvement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0040" y="4828032"/>
            <a:ext cx="11548872" cy="1325880"/>
          </a:xfrm>
          <a:prstGeom prst="roundRect">
            <a:avLst>
              <a:gd name="adj" fmla="val 6897"/>
            </a:avLst>
          </a:prstGeom>
          <a:solidFill>
            <a:srgbClr val="0D111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4873752"/>
            <a:ext cx="111556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Clone latest stable release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https://github.com/acsanjeevi/nopcommerce-cypress-automation.git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 pull a specific version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v1.0.0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take this automation suite next — as recommended by the QA team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nopCommerce Automation Suite  |  Cypress 15 + TypeScript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5486400" cy="1664208"/>
          </a:xfrm>
          <a:prstGeom prst="roundRect">
            <a:avLst>
              <a:gd name="adj" fmla="val 5495"/>
            </a:avLst>
          </a:prstGeom>
          <a:solidFill>
            <a:srgbClr val="F8FAFC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6187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CI/CD Pipeline (GitHub Actions)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627632"/>
            <a:ext cx="51206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00784"/>
            <a:ext cx="51663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the full 60-test suite automatically on every push to develop. Block merges to main if tests fail. Publish the HTML report as a GitHub Actions artefact.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63640" y="1170432"/>
            <a:ext cx="5486400" cy="1664208"/>
          </a:xfrm>
          <a:prstGeom prst="roundRect">
            <a:avLst>
              <a:gd name="adj" fmla="val 5495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26187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Cross-Browser Testing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46520" y="1627632"/>
            <a:ext cx="51206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700784"/>
            <a:ext cx="51663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Chrome-only. Add Firefox and Edge using Cypress's multi-browser support. Ensure the checkout flow and admin panel work identically across all browsers.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980944"/>
            <a:ext cx="5486400" cy="1664208"/>
          </a:xfrm>
          <a:prstGeom prst="roundRect">
            <a:avLst>
              <a:gd name="adj" fmla="val 5495"/>
            </a:avLst>
          </a:prstGeom>
          <a:solidFill>
            <a:srgbClr val="F8FAF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7238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API Test Layer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438144"/>
            <a:ext cx="51206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11296"/>
            <a:ext cx="51663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cy.request() tests for the nopCommerce REST API. Validate response schemas, status codes, and CRUD operations at the API level — faster and independent of the UI.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63640" y="2980944"/>
            <a:ext cx="5486400" cy="1664208"/>
          </a:xfrm>
          <a:prstGeom prst="roundRect">
            <a:avLst>
              <a:gd name="adj" fmla="val 5495"/>
            </a:avLst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307238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Parallel Execution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46520" y="3438144"/>
            <a:ext cx="51206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3511296"/>
            <a:ext cx="51663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12 modules across 3-4 parallel Cypress workers using cypress-parallel or Cypress Cloud. Target: reduce total run time from 8 minutes to under 3 minutes.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4791456"/>
            <a:ext cx="5486400" cy="1664208"/>
          </a:xfrm>
          <a:prstGeom prst="roundRect">
            <a:avLst>
              <a:gd name="adj" fmla="val 5495"/>
            </a:avLst>
          </a:prstGeom>
          <a:solidFill>
            <a:srgbClr val="F8FAFC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882896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Viewport Testing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5248656"/>
            <a:ext cx="51206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5321808"/>
            <a:ext cx="51663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storefront tests at 375×812 (iPhone) and 768×1024 (iPad) viewports using Cypress viewport presets. Catch responsive-layout issues automatically.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63640" y="4791456"/>
            <a:ext cx="5486400" cy="1664208"/>
          </a:xfrm>
          <a:prstGeom prst="roundRect">
            <a:avLst>
              <a:gd name="adj" fmla="val 5495"/>
            </a:avLst>
          </a:prstGeom>
          <a:solidFill>
            <a:srgbClr val="F8FAFC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4882896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Test Trend Dashboard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46520" y="5248656"/>
            <a:ext cx="51206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5321808"/>
            <a:ext cx="51663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pass/fail history over time. Build a simple Node.js dashboard that reads historical JSON reports and plots pass-rate trend charts for team review each sprint.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Key Metrics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we built — at a glance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nopCommerce Automation Suite  |  Cypress 15 + TypeScript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34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1783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58568" y="11887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58568" y="1234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258568" y="1783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Modules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97096" y="11887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97096" y="1234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197096" y="1783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35624" y="11887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35624" y="1234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min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35624" y="1783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 Time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74152" y="11887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74152" y="1234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074152" y="1783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to Run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012680" y="11887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12680" y="1234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v1.0.1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0012680" y="1783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Version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468880"/>
            <a:ext cx="5486400" cy="1207008"/>
          </a:xfrm>
          <a:prstGeom prst="roundRect">
            <a:avLst>
              <a:gd name="adj" fmla="val 757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56032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2852928"/>
            <a:ext cx="5166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automated tests across 12 modules covering the full e-commerce workflow — from data setup through checkout to admin order management and cleanup.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63640" y="2468880"/>
            <a:ext cx="5486400" cy="1207008"/>
          </a:xfrm>
          <a:prstGeom prst="roundRect">
            <a:avLst>
              <a:gd name="adj" fmla="val 757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256032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Choice: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46520" y="2852928"/>
            <a:ext cx="5166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15 + TypeScript was chosen for its real-browser testing, rich selector engine, built-in retry logic, and excellent async handling — ideal for a dynamic web app like nopCommerce.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3840480"/>
            <a:ext cx="5486400" cy="1207008"/>
          </a:xfrm>
          <a:prstGeom prst="roundRect">
            <a:avLst>
              <a:gd name="adj" fmla="val 757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93192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Strategy: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4224528"/>
            <a:ext cx="5166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at runMode=1 (2 attempts per test) + cy.waitUntil spinner polling + explicit waits at critical async points. Result: consistent 100% pass rate across repeated runs.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63640" y="3840480"/>
            <a:ext cx="5486400" cy="1207008"/>
          </a:xfrm>
          <a:prstGeom prst="roundRect">
            <a:avLst>
              <a:gd name="adj" fmla="val 757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393192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Two-Command Simplicity: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46520" y="4224528"/>
            <a:ext cx="5166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"node setup-docker.mjs" then "node run-all-modules.mjs" — anyone on the team can run the full suite and get a shareable HTML report in under 10 minutes, with zero manual setup.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5102352"/>
            <a:ext cx="11548872" cy="100584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51663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267712" y="5166360"/>
            <a:ext cx="9372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GitHub repo with main (stable) and develop branches. Every release is tagged (v1.0.0, v1.0.1) with a description. Anyone can clone a specific version by tag.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41148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06040" y="30175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https://github.com/acsanjeevi/nopcommerce-cypress-automation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50976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(private — request access via email)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358444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06040" y="358444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acsanjeevi@gmail.com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15137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Command 1: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06040" y="4151376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setup-docker.mjs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509760" y="415137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starts Docker + app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471830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Command 2: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06040" y="4718304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run-all-modules.mjs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509760" y="471830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60 tests + HTML report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528523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Version: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06040" y="528523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v1.0.1  |  60/60 tests  |  100% pass rate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Sanjeevi — QA Automation Engineer  |  May 2026  |  Cypress 15 + TypeScript + Docker + nopCommerce 4.70.5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nopCommerce Cypress Automation Suite</dc:title>
  <dc:subject>End-to-End Test Automation — Technical &amp; Business Overview</dc:subject>
  <dc:creator>Sanjeevi — QA Automation Engineer</dc:creator>
  <cp:lastModifiedBy>Sanjeevi — QA Automation Engineer</cp:lastModifiedBy>
  <cp:revision>1</cp:revision>
  <dcterms:created xsi:type="dcterms:W3CDTF">2026-05-30T11:49:09Z</dcterms:created>
  <dcterms:modified xsi:type="dcterms:W3CDTF">2026-05-30T11:49:09Z</dcterms:modified>
</cp:coreProperties>
</file>